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 SYSTEMS AND SYSTEMS PROGRAMMING · 25CS2104E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File Descriptor and File I/O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Ramisetty Samshritha (2520030045)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Gundla Laxmi Sri (2520030264)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Team 14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Hema Kolla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94960" y="82296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0" y="9875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5779008" y="9875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5980176" y="9875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13258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FILE MANAGEMENT SYSTEM ==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Write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Read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Append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Copy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Delete File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View Files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Exit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_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 programs handle files through library functions like fopen() and fread(), without ever seeing what's underneath. This project skips that layer — a menu-driven terminal tool, written in C, that works directly with file descriptors and system calls like open(), read(), and write().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1887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open files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847088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8470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 contents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505456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5054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data to existing files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163824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1638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from one location to another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822192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6344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822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files safely using system calls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open(O_CREAT)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46304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+ write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+ read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016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46304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037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965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File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331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O_APPEND + write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20040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→ write loop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88920" y="320040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788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278892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unlink()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20040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463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Files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opendir · readdir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0840" y="301752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03720" y="3200400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037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3703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from main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Concepts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integer returned by open() that identifies an open file.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between the user program and the Linux kernel.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I/O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data with low-level calls: read() and write().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Pointer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offset in a file; O_APPEND keeps writes at the end.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 menu choice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929384" y="2194560"/>
            <a:ext cx="219456" cy="274320"/>
          </a:xfrm>
          <a:prstGeom prst="rightArrow">
            <a:avLst/>
          </a:prstGeom>
          <a:solidFill>
            <a:srgbClr val="1A7F37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8600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in main()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21024" y="2194560"/>
            <a:ext cx="219456" cy="274320"/>
          </a:xfrm>
          <a:prstGeom prst="rightArrow">
            <a:avLst/>
          </a:prstGeom>
          <a:solidFill>
            <a:srgbClr val="1A7F37"/>
          </a:solidFill>
          <a:ln/>
        </p:spPr>
      </p:sp>
      <p:sp>
        <p:nvSpPr>
          <p:cNvPr id="11" name="Shape 9"/>
          <p:cNvSpPr/>
          <p:nvPr/>
        </p:nvSpPr>
        <p:spPr>
          <a:xfrm>
            <a:off x="388620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7764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createFile(), readFile() 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12664" y="2194560"/>
            <a:ext cx="219456" cy="274320"/>
          </a:xfrm>
          <a:prstGeom prst="rightArrow">
            <a:avLst/>
          </a:prstGeom>
          <a:solidFill>
            <a:srgbClr val="1A7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557784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read, write, close, unlink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04304" y="2194560"/>
            <a:ext cx="219456" cy="274320"/>
          </a:xfrm>
          <a:prstGeom prst="rightArrow">
            <a:avLst/>
          </a:prstGeom>
          <a:solidFill>
            <a:srgbClr val="1A7F37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1554480"/>
            <a:ext cx="1371600" cy="155448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6092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and disk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DFF5E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opens a file descriptor, uses it for I/O, and releases it with close().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and System Calls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4023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System calls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Behaviour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open(O_CREAT)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an empty file (mode 0644)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open(O_TRUNC) + write()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Overwrites existing content with new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open(O_RDONLY) + read()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and prints content (up to 499 bytes)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open(O_APPEND) + write()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new text at the end of the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read() / write() loop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in 200-byte 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unlink()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opendir() + readdir()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 files in the current directory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low-level Linux system calls directly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470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file handling through file descriptors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505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menu-driven interface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638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practical operating system concepts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384048" cy="384048"/>
          </a:xfrm>
          <a:prstGeom prst="ellipse">
            <a:avLst/>
          </a:prstGeom>
          <a:solidFill>
            <a:srgbClr val="1A7F3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on Ubuntu Linux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52160" y="1280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file system calls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0" y="297180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52160" y="30632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4023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Tools &amp; Outcome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533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3533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3533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file_manager.c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filename: demo.txt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created successfully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8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· C · GCC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· Git &amp; GitHub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Linux terminal application that performs basic file management using file descriptors and system calls, demonstrating core Operating Systems concepts.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2026-09-24T03:13:41Z</dcterms:created>
  <dcterms:modified xsi:type="dcterms:W3CDTF">2026-09-24T03:13:41Z</dcterms:modified>
</cp:coreProperties>
</file>